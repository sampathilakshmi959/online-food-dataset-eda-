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5" r:id="rId4"/>
    <p:sldId id="266" r:id="rId5"/>
    <p:sldId id="263" r:id="rId6"/>
    <p:sldId id="268" r:id="rId7"/>
    <p:sldId id="264" r:id="rId8"/>
    <p:sldId id="267" r:id="rId9"/>
    <p:sldId id="259" r:id="rId10"/>
  </p:sldIdLst>
  <p:sldSz cx="12192000" cy="6858000"/>
  <p:notesSz cx="6858000" cy="9144000"/>
  <p:embeddedFontLst>
    <p:embeddedFont>
      <p:font typeface="Lato Black" panose="020F0502020204030203" pitchFamily="34" charset="0"/>
      <p:bold r:id="rId12"/>
      <p:boldItalic r:id="rId13"/>
    </p:embeddedFont>
    <p:embeddedFont>
      <p:font typeface="Libre Baskerville" panose="02000000000000000000" pitchFamily="2" charset="0"/>
      <p:regular r:id="rId14"/>
      <p:bold r:id="rId15"/>
      <p: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1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dirty="0"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735868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 b="58717"/>
          <a:stretch/>
        </p:blipFill>
        <p:spPr>
          <a:xfrm>
            <a:off x="1185" y="-399862"/>
            <a:ext cx="12190815" cy="276352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133264" y="2887578"/>
            <a:ext cx="8053473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4800" b="1">
                <a:latin typeface="Times New Roman" panose="02020603050405020304" pitchFamily="18" charset="0"/>
                <a:cs typeface="Times New Roman" panose="02020603050405020304" pitchFamily="18" charset="0"/>
              </a:rPr>
              <a:t>Online Food Dataset</a:t>
            </a:r>
            <a:endParaRPr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D764EA9-E3B5-CA38-08B7-17AECC588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856" y="5127178"/>
            <a:ext cx="5258382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754376" y="1494844"/>
            <a:ext cx="10847635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>
              <a:buClr>
                <a:schemeClr val="dk1"/>
              </a:buClr>
              <a:buSzPts val="18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Sampathi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Lakshmi, a recent post graduate with a Bachelor of Technology 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Science, specializing in Data Science, from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Annacharya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college of computer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800" b="1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335188" y="416553"/>
            <a:ext cx="6099463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40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Lato Black"/>
              </a:rPr>
              <a:t>About me</a:t>
            </a:r>
            <a:endParaRPr sz="4000" b="1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E4DB11-159A-5FCA-DCCC-2F9137531C80}"/>
              </a:ext>
            </a:extLst>
          </p:cNvPr>
          <p:cNvSpPr txBox="1"/>
          <p:nvPr/>
        </p:nvSpPr>
        <p:spPr>
          <a:xfrm>
            <a:off x="335188" y="2770112"/>
            <a:ext cx="523340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Why Data Science?</a:t>
            </a:r>
          </a:p>
          <a:p>
            <a:endParaRPr lang="en-US" sz="4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C84115-9CD4-2B84-C0DA-442979E755B8}"/>
              </a:ext>
            </a:extLst>
          </p:cNvPr>
          <p:cNvSpPr txBox="1"/>
          <p:nvPr/>
        </p:nvSpPr>
        <p:spPr>
          <a:xfrm>
            <a:off x="754375" y="3791164"/>
            <a:ext cx="1043418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 chose Data Science because it blends problem-solving, technology, and decision-making—three things I truly enjoy. I love working with data to find patterns and use them to solve real-world problems. It’s a field full of learning, innovation, and impact across industries.</a:t>
            </a:r>
            <a:endParaRPr lang="en-US" sz="24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385012"/>
            <a:ext cx="10515600" cy="8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br>
              <a:rPr lang="en-US" sz="4000" b="1" dirty="0"/>
            </a:b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an Online Food Dataset?</a:t>
            </a:r>
            <a:br>
              <a:rPr lang="en-US" sz="4000" dirty="0"/>
            </a:br>
            <a:endParaRPr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6B3FD-FDC1-0E48-CCF6-590FCD7E58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8912" y="1486013"/>
            <a:ext cx="11100816" cy="4986975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Food Dataset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collection of data that records information about food orders placed through online food delivery platforms. 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businesses and analysts understand customer behavior, restaurant performance, popular food items, and delivery efficiency.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7420 rows and 13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colums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/>
              <a:t>Sales Analysis:</a:t>
            </a:r>
            <a:r>
              <a:rPr lang="en-US" sz="2400" dirty="0"/>
              <a:t> Find total sales, average order value, and revenue trends.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/>
              <a:t>Customer Insights:</a:t>
            </a:r>
            <a:r>
              <a:rPr lang="en-US" sz="2400" dirty="0"/>
              <a:t> Understand popular items, repeat customers, and peak order times.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/>
              <a:t>Restaurant Performance:</a:t>
            </a:r>
            <a:r>
              <a:rPr lang="en-US" sz="2400" dirty="0"/>
              <a:t> Track delivery times and ratings to improve service.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/>
              <a:t>Market Research:</a:t>
            </a:r>
            <a:r>
              <a:rPr lang="en-US" sz="2400" dirty="0"/>
              <a:t> Identify high-demand food categories or locations.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endParaRPr lang="en-US" sz="2000" dirty="0"/>
          </a:p>
          <a:p>
            <a:pPr marL="114300" indent="0" algn="just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52CBCEC-609C-1880-0090-8B2795CC882C}"/>
              </a:ext>
            </a:extLst>
          </p:cNvPr>
          <p:cNvSpPr txBox="1"/>
          <p:nvPr/>
        </p:nvSpPr>
        <p:spPr>
          <a:xfrm>
            <a:off x="344424" y="356616"/>
            <a:ext cx="67391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Columns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F572E9-B9C3-10CC-A64E-0E5072F7DC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811" y="1267326"/>
            <a:ext cx="10612328" cy="4812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709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3FBB1A-F6FA-183E-A62C-CC0814B1BA53}"/>
              </a:ext>
            </a:extLst>
          </p:cNvPr>
          <p:cNvSpPr txBox="1"/>
          <p:nvPr/>
        </p:nvSpPr>
        <p:spPr>
          <a:xfrm>
            <a:off x="397764" y="411659"/>
            <a:ext cx="112654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FF4BCE-B919-0030-F3E3-2D8E92EE9CC8}"/>
              </a:ext>
            </a:extLst>
          </p:cNvPr>
          <p:cNvSpPr txBox="1"/>
          <p:nvPr/>
        </p:nvSpPr>
        <p:spPr>
          <a:xfrm>
            <a:off x="685800" y="1389888"/>
            <a:ext cx="1068933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 </a:t>
            </a:r>
            <a:r>
              <a:rPr lang="en-US" sz="2000" dirty="0"/>
              <a:t>Which food items and categories are most popular?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count the frequency of each food_ Item and category.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/>
              <a:t>What are the peak hours and days for placing orders?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Goal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Convert `order_ Time` to hour  and order_ Date to day of week, then count orders.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/>
              <a:t>How do delivery times impact customer ratings?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Correlate Delivery_ Time with Rating.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Which restaurants have the best performance ?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Calculate average Rating and average Delivery_ Time per restaurant.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Preferred payment methods and frequency?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Count frequency of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payment_Method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9118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04CAF-EC34-EB7F-C930-67820071B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0BEABC0-3F0B-D768-F872-32CC2B9598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799170"/>
            <a:ext cx="9172074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customers are young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adults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Orders are highest in evenings and weekends.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 food, snacks, and drinks are most popular.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Frequent customers spend more, so loyalty programs help.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Delivery time and ratings affect customer satisfaction.</a:t>
            </a:r>
          </a:p>
        </p:txBody>
      </p:sp>
    </p:spTree>
    <p:extLst>
      <p:ext uri="{BB962C8B-B14F-4D97-AF65-F5344CB8AC3E}">
        <p14:creationId xmlns:p14="http://schemas.microsoft.com/office/powerpoint/2010/main" val="1756866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DC65F-089E-5CDF-17BA-3958554D0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88" y="593725"/>
            <a:ext cx="9110472" cy="805307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F0D2564-D164-58AE-40AC-54347DB158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99411" y="1766169"/>
            <a:ext cx="8438950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14300" indent="0">
              <a:buNone/>
            </a:pPr>
            <a:endParaRPr lang="en-US" sz="2000" b="1" dirty="0"/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orders come from young adults, showing they are the main customers.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food and beverages are the most popular items.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Weekends and evenings have the highest orders.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who order more often spend more, so loyalty programs can help.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from this data can help improve menu, delivery, and marketing strategies</a:t>
            </a:r>
            <a:r>
              <a:rPr lang="en-US" sz="2000" dirty="0"/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4940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787C9-354E-53B6-A4DA-08455A692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895" y="681037"/>
            <a:ext cx="10631905" cy="84296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</a:t>
            </a:r>
            <a:r>
              <a:rPr lang="en-US" b="1" dirty="0"/>
              <a:t> Scope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DAE6BF-1433-1CEA-934A-E5D89D99E0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1895" y="1315453"/>
            <a:ext cx="10515600" cy="335280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predictive analytics to forecast demand and peak ordering times.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personalized recommendations based on customer preferences.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delivery routes for faster service and reduced costs.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dynamic pricing and targeted offers to increase sales.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services to high-demand areas using location-based insights.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customer feedback to improve food quality and service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3621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4465642" cy="1181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0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THANK YOU</a:t>
            </a:r>
            <a:endParaRPr sz="4000" b="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1386</TotalTime>
  <Words>500</Words>
  <Application>Microsoft Office PowerPoint</Application>
  <PresentationFormat>Widescreen</PresentationFormat>
  <Paragraphs>53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Calibri</vt:lpstr>
      <vt:lpstr>Lato Black</vt:lpstr>
      <vt:lpstr>Arial</vt:lpstr>
      <vt:lpstr>Libre Baskerville</vt:lpstr>
      <vt:lpstr>Times New Roman</vt:lpstr>
      <vt:lpstr>Wingdings</vt:lpstr>
      <vt:lpstr>Office Theme</vt:lpstr>
      <vt:lpstr>Presented By:</vt:lpstr>
      <vt:lpstr>PowerPoint Presentation</vt:lpstr>
      <vt:lpstr> What is an Online Food Dataset? </vt:lpstr>
      <vt:lpstr>PowerPoint Presentation</vt:lpstr>
      <vt:lpstr>PowerPoint Presentation</vt:lpstr>
      <vt:lpstr>Insights</vt:lpstr>
      <vt:lpstr>Conclusion</vt:lpstr>
      <vt:lpstr>Future Scope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sampathi lakshmi</cp:lastModifiedBy>
  <cp:revision>10</cp:revision>
  <dcterms:created xsi:type="dcterms:W3CDTF">2021-02-16T05:19:01Z</dcterms:created>
  <dcterms:modified xsi:type="dcterms:W3CDTF">2025-11-01T11:35:20Z</dcterms:modified>
</cp:coreProperties>
</file>